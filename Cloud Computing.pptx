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70" r:id="rId12"/>
    <p:sldId id="266" r:id="rId13"/>
    <p:sldId id="271" r:id="rId14"/>
    <p:sldId id="268" r:id="rId15"/>
    <p:sldId id="269" r:id="rId16"/>
    <p:sldId id="27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652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771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2991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51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25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099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90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9413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47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043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97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44D16-D60B-49AB-B9A6-878FFAEB8FD6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F8BB4-8AC9-4539-A4C1-1168843467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020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npaugust.github.io/cloud-ci-showcas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NPaugust/cloud-ci-showcas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Cloud Computin</a:t>
            </a:r>
            <a:r>
              <a:rPr lang="en-US" b="1" dirty="0"/>
              <a:t>g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CI / CD of project</a:t>
            </a:r>
          </a:p>
          <a:p>
            <a:r>
              <a:rPr lang="en-US" dirty="0" smtClean="0"/>
              <a:t>By </a:t>
            </a:r>
            <a:r>
              <a:rPr lang="en-US" dirty="0" err="1" smtClean="0"/>
              <a:t>Avgustin</a:t>
            </a:r>
            <a:r>
              <a:rPr lang="en-US" dirty="0" smtClean="0"/>
              <a:t> </a:t>
            </a:r>
            <a:r>
              <a:rPr lang="en-US" dirty="0" err="1" smtClean="0"/>
              <a:t>Chynarbekov</a:t>
            </a:r>
            <a:r>
              <a:rPr lang="en-US" dirty="0" smtClean="0"/>
              <a:t>  | </a:t>
            </a:r>
            <a:r>
              <a:rPr lang="en-US" dirty="0" err="1" smtClean="0"/>
              <a:t>Dr.Ahmad</a:t>
            </a:r>
            <a:endParaRPr lang="en-US" dirty="0" smtClean="0"/>
          </a:p>
          <a:p>
            <a:r>
              <a:rPr lang="en-US" dirty="0" smtClean="0"/>
              <a:t>For Midterm project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01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 &amp; Motivation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Demonstrate</a:t>
            </a:r>
            <a:r>
              <a:rPr lang="en-US" i="1" dirty="0"/>
              <a:t> a complete CI/CD pipeline on a manageable project.</a:t>
            </a:r>
            <a:endParaRPr lang="en-US" dirty="0"/>
          </a:p>
          <a:p>
            <a:r>
              <a:rPr lang="en-US" i="1" dirty="0" smtClean="0"/>
              <a:t>Provide </a:t>
            </a:r>
            <a:r>
              <a:rPr lang="en-US" i="1" dirty="0"/>
              <a:t>a repeatable process for testing, packaging, and sharing code.</a:t>
            </a:r>
            <a:endParaRPr lang="en-US" dirty="0"/>
          </a:p>
          <a:p>
            <a:r>
              <a:rPr lang="en-US" i="1" dirty="0" smtClean="0"/>
              <a:t>Deliver </a:t>
            </a:r>
            <a:r>
              <a:rPr lang="en-US" i="1" dirty="0"/>
              <a:t>assets that are easy </a:t>
            </a:r>
            <a:r>
              <a:rPr lang="en-US" i="1" dirty="0" smtClean="0"/>
              <a:t>to </a:t>
            </a:r>
            <a:r>
              <a:rPr lang="en-US" i="1" dirty="0"/>
              <a:t>review (web UI, API, documentation).</a:t>
            </a:r>
            <a:endParaRPr lang="en-US" dirty="0"/>
          </a:p>
          <a:p>
            <a:r>
              <a:rPr lang="en-US" i="1" dirty="0" smtClean="0"/>
              <a:t>Show</a:t>
            </a:r>
            <a:r>
              <a:rPr lang="en-US" i="1" dirty="0"/>
              <a:t> why automation reduces risk vs. manual deployments</a:t>
            </a:r>
            <a:r>
              <a:rPr lang="en-US" i="1" dirty="0" smtClean="0"/>
              <a:t>.</a:t>
            </a:r>
            <a:endParaRPr lang="ru-RU" i="1" dirty="0" smtClean="0"/>
          </a:p>
          <a:p>
            <a:r>
              <a:rPr lang="en-US" i="1" dirty="0" smtClean="0"/>
              <a:t>Photo</a:t>
            </a:r>
            <a:r>
              <a:rPr lang="en-US" i="1" dirty="0"/>
              <a:t>s</a:t>
            </a:r>
            <a:r>
              <a:rPr lang="en-US" i="1" dirty="0" smtClean="0"/>
              <a:t> of the project will be on the last slides.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14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 Overview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Stack: Node.js with Express backend, vanilla HTML/CSS frontend, Jest with </a:t>
            </a:r>
            <a:r>
              <a:rPr lang="en-US" dirty="0" err="1" smtClean="0">
                <a:effectLst/>
              </a:rPr>
              <a:t>Supertest</a:t>
            </a:r>
            <a:r>
              <a:rPr lang="en-US" dirty="0" smtClean="0">
                <a:effectLst/>
              </a:rPr>
              <a:t>.</a:t>
            </a:r>
            <a:endParaRPr lang="ru-RU" dirty="0" smtClean="0">
              <a:effectLst/>
            </a:endParaRPr>
          </a:p>
          <a:p>
            <a:r>
              <a:rPr lang="en-US" dirty="0" smtClean="0">
                <a:effectLst/>
              </a:rPr>
              <a:t>Endpoints: </a:t>
            </a:r>
            <a:r>
              <a:rPr lang="en-US" dirty="0"/>
              <a:t>/</a:t>
            </a:r>
            <a:r>
              <a:rPr lang="en-US" dirty="0" smtClean="0">
                <a:effectLst/>
              </a:rPr>
              <a:t> for UI, </a:t>
            </a:r>
            <a:r>
              <a:rPr lang="en-US" dirty="0"/>
              <a:t>/status</a:t>
            </a:r>
            <a:r>
              <a:rPr lang="en-US" dirty="0" smtClean="0">
                <a:effectLst/>
              </a:rPr>
              <a:t> for live status JSON, </a:t>
            </a: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/info</a:t>
            </a:r>
            <a:r>
              <a:rPr lang="en-US" dirty="0" smtClean="0">
                <a:effectLst/>
              </a:rPr>
              <a:t> for course-specific message.</a:t>
            </a:r>
            <a:endParaRPr lang="ru-RU" dirty="0" smtClean="0">
              <a:effectLst/>
            </a:endParaRPr>
          </a:p>
          <a:p>
            <a:r>
              <a:rPr lang="en-US" dirty="0" smtClean="0">
                <a:effectLst/>
              </a:rPr>
              <a:t>Static documentation hosted from </a:t>
            </a:r>
            <a:r>
              <a:rPr lang="en-US" dirty="0"/>
              <a:t>docs/</a:t>
            </a:r>
            <a:r>
              <a:rPr lang="en-US" dirty="0" smtClean="0">
                <a:effectLst/>
              </a:rPr>
              <a:t> through GitHub Pages.</a:t>
            </a:r>
            <a:endParaRPr lang="ru-RU" dirty="0" smtClean="0">
              <a:effectLst/>
            </a:endParaRPr>
          </a:p>
          <a:p>
            <a:r>
              <a:rPr lang="en-US" dirty="0" smtClean="0">
                <a:effectLst/>
              </a:rPr>
              <a:t>CI implemented with GitHub Actions running lint and </a:t>
            </a:r>
            <a:r>
              <a:rPr lang="en-US" dirty="0" err="1" smtClean="0">
                <a:effectLst/>
              </a:rPr>
              <a:t>tests.Visual</a:t>
            </a:r>
            <a:r>
              <a:rPr lang="en-US" dirty="0" smtClean="0">
                <a:effectLst/>
              </a:rPr>
              <a:t> flow: Developer → GitHub repo → Actions → Pages plus API consumers.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90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 Details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Express serves JSON endpoints and static assets from </a:t>
            </a:r>
            <a:r>
              <a:rPr lang="en-US" dirty="0"/>
              <a:t>public</a:t>
            </a:r>
            <a:r>
              <a:rPr lang="en-US" dirty="0" smtClean="0"/>
              <a:t>/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 smtClean="0">
                <a:effectLst/>
              </a:rPr>
              <a:t>Status payload includes professor name, environment, timestamp, CI hint.</a:t>
            </a:r>
          </a:p>
          <a:p>
            <a:r>
              <a:rPr lang="en-US" dirty="0" smtClean="0">
                <a:effectLst/>
              </a:rPr>
              <a:t>Frontend fetches </a:t>
            </a:r>
            <a:r>
              <a:rPr lang="en-US" dirty="0"/>
              <a:t>/status</a:t>
            </a:r>
            <a:r>
              <a:rPr lang="en-US" dirty="0" smtClean="0">
                <a:effectLst/>
              </a:rPr>
              <a:t> and </a:t>
            </a: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/info</a:t>
            </a:r>
            <a:r>
              <a:rPr lang="en-US" dirty="0" smtClean="0">
                <a:effectLst/>
              </a:rPr>
              <a:t> to display live data on the page.</a:t>
            </a:r>
          </a:p>
          <a:p>
            <a:r>
              <a:rPr lang="en-US" dirty="0" smtClean="0">
                <a:effectLst/>
              </a:rPr>
              <a:t>Tests cover </a:t>
            </a:r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/info</a:t>
            </a:r>
            <a:r>
              <a:rPr lang="en-US" dirty="0" smtClean="0">
                <a:effectLst/>
              </a:rPr>
              <a:t>, </a:t>
            </a:r>
            <a:r>
              <a:rPr lang="en-US" dirty="0"/>
              <a:t>/status</a:t>
            </a:r>
            <a:r>
              <a:rPr lang="en-US" dirty="0" smtClean="0">
                <a:effectLst/>
              </a:rPr>
              <a:t>, </a:t>
            </a:r>
            <a:r>
              <a:rPr lang="en-US" dirty="0"/>
              <a:t>/health</a:t>
            </a:r>
            <a:r>
              <a:rPr lang="en-US" dirty="0" smtClean="0">
                <a:effectLst/>
              </a:rPr>
              <a:t> to ensure reliability.</a:t>
            </a:r>
          </a:p>
          <a:p>
            <a:r>
              <a:rPr lang="en-US" dirty="0" smtClean="0">
                <a:effectLst/>
              </a:rPr>
              <a:t>Code quality verified using </a:t>
            </a:r>
            <a:r>
              <a:rPr lang="en-US" dirty="0" err="1" smtClean="0">
                <a:effectLst/>
              </a:rPr>
              <a:t>ESLint</a:t>
            </a:r>
            <a:r>
              <a:rPr lang="en-US" dirty="0" smtClean="0">
                <a:effectLst/>
              </a:rPr>
              <a:t> and Prettier.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433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CI Pipeline (GitHub Actions)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Workflow </a:t>
            </a:r>
            <a:r>
              <a:rPr lang="en-US" dirty="0" err="1"/>
              <a:t>ci.yml</a:t>
            </a:r>
            <a:r>
              <a:rPr lang="en-US" dirty="0" smtClean="0">
                <a:effectLst/>
              </a:rPr>
              <a:t> triggers on every push or pull request to </a:t>
            </a:r>
            <a:r>
              <a:rPr lang="en-US" dirty="0"/>
              <a:t>main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 smtClean="0">
                <a:effectLst/>
              </a:rPr>
              <a:t>Steps: checkout code, configure Node 20, run </a:t>
            </a:r>
            <a:r>
              <a:rPr lang="en-US" dirty="0" err="1"/>
              <a:t>npm</a:t>
            </a:r>
            <a:r>
              <a:rPr lang="en-US" dirty="0"/>
              <a:t> ci</a:t>
            </a:r>
            <a:r>
              <a:rPr lang="en-US" dirty="0" smtClean="0">
                <a:effectLst/>
              </a:rPr>
              <a:t>, </a:t>
            </a:r>
            <a:r>
              <a:rPr lang="en-US" dirty="0" err="1"/>
              <a:t>npm</a:t>
            </a:r>
            <a:r>
              <a:rPr lang="en-US" dirty="0"/>
              <a:t> run lint</a:t>
            </a:r>
            <a:r>
              <a:rPr lang="en-US" dirty="0" smtClean="0">
                <a:effectLst/>
              </a:rPr>
              <a:t>, </a:t>
            </a:r>
            <a:r>
              <a:rPr lang="en-US" dirty="0" err="1"/>
              <a:t>npm</a:t>
            </a:r>
            <a:r>
              <a:rPr lang="en-US" dirty="0"/>
              <a:t> test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 smtClean="0">
                <a:effectLst/>
              </a:rPr>
              <a:t>Pipeline fails fast if lint or tests fail; badge embedded in README and Docs shows status.</a:t>
            </a:r>
          </a:p>
          <a:p>
            <a:r>
              <a:rPr lang="en-US" dirty="0" smtClean="0">
                <a:effectLst/>
              </a:rPr>
              <a:t>Screenshot idea: Actions run with green check marks.</a:t>
            </a:r>
          </a:p>
          <a:p>
            <a:r>
              <a:rPr lang="en-US" dirty="0" err="1" smtClean="0"/>
              <a:t>Github</a:t>
            </a:r>
            <a:r>
              <a:rPr lang="en-US" dirty="0" smtClean="0"/>
              <a:t> page link: https://npaugust.github.io/cloud-ci-showcase/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861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CD &amp; Demo Assets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GitHub Pages publishes </a:t>
            </a:r>
            <a:r>
              <a:rPr lang="en-US" dirty="0"/>
              <a:t>docs/</a:t>
            </a:r>
            <a:r>
              <a:rPr lang="en-US" dirty="0" smtClean="0">
                <a:effectLst/>
              </a:rPr>
              <a:t> with project overview and future download links.</a:t>
            </a:r>
          </a:p>
          <a:p>
            <a:r>
              <a:rPr lang="en-US" dirty="0" smtClean="0">
                <a:effectLst/>
              </a:rPr>
              <a:t>Express serves the local demo UI at </a:t>
            </a:r>
            <a:r>
              <a:rPr lang="en-US" dirty="0"/>
              <a:t>http://localhost:8080</a:t>
            </a:r>
            <a:r>
              <a:rPr lang="en-US" dirty="0" smtClean="0">
                <a:effectLst/>
              </a:rPr>
              <a:t>.</a:t>
            </a:r>
            <a:r>
              <a:rPr lang="en-US" dirty="0"/>
              <a:t>/status</a:t>
            </a:r>
            <a:r>
              <a:rPr lang="en-US" dirty="0" smtClean="0">
                <a:effectLst/>
              </a:rPr>
              <a:t> JSON output proves live backend data (includes “Professor: Dr. Ahmad”).</a:t>
            </a:r>
          </a:p>
          <a:p>
            <a:r>
              <a:rPr lang="en-US" dirty="0" smtClean="0">
                <a:effectLst/>
              </a:rPr>
              <a:t>Reproduction instructions: clone repo, </a:t>
            </a:r>
            <a:r>
              <a:rPr lang="en-US" dirty="0" err="1"/>
              <a:t>npm</a:t>
            </a:r>
            <a:r>
              <a:rPr lang="en-US" dirty="0"/>
              <a:t> install</a:t>
            </a:r>
            <a:r>
              <a:rPr lang="en-US" dirty="0" smtClean="0">
                <a:effectLst/>
              </a:rPr>
              <a:t>, </a:t>
            </a:r>
            <a:r>
              <a:rPr lang="en-US" dirty="0" err="1"/>
              <a:t>npm</a:t>
            </a:r>
            <a:r>
              <a:rPr lang="en-US" dirty="0"/>
              <a:t> run dev</a:t>
            </a:r>
            <a:r>
              <a:rPr lang="en-US" dirty="0" smtClean="0">
                <a:effectLst/>
              </a:rPr>
              <a:t>.</a:t>
            </a:r>
          </a:p>
          <a:p>
            <a:r>
              <a:rPr lang="en-US" dirty="0" smtClean="0">
                <a:effectLst/>
              </a:rPr>
              <a:t>Screenshot idea: Pages site, UI window, </a:t>
            </a:r>
            <a:r>
              <a:rPr lang="en-US" dirty="0"/>
              <a:t>/status</a:t>
            </a:r>
            <a:r>
              <a:rPr lang="en-US" dirty="0" smtClean="0">
                <a:effectLst/>
              </a:rPr>
              <a:t> response.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319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Lessons Learned &amp; Next Steps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effectLst/>
              </a:rPr>
              <a:t>CI/CD keeps the project always ready for review and sharing.</a:t>
            </a:r>
          </a:p>
          <a:p>
            <a:r>
              <a:rPr lang="en-US" dirty="0" smtClean="0">
                <a:effectLst/>
              </a:rPr>
              <a:t>GitHub Pages offers a quick documentation outlet tied to the repo.</a:t>
            </a:r>
          </a:p>
          <a:p>
            <a:r>
              <a:rPr lang="en-US" dirty="0" smtClean="0">
                <a:effectLst/>
              </a:rPr>
              <a:t>Next improvements: containerize API, auto-deploy to a cloud host, add integration tests and security scans.</a:t>
            </a:r>
          </a:p>
          <a:p>
            <a:r>
              <a:rPr lang="en-US" dirty="0" smtClean="0">
                <a:effectLst/>
              </a:rPr>
              <a:t>Plan to attach PDF presentation and packaged release once pipelines run in GitHub.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40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Screenshot’s time!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260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/>
              <a:t>NEXT SLIDES ARE: </a:t>
            </a:r>
          </a:p>
          <a:p>
            <a:pPr marL="0" indent="0">
              <a:buNone/>
            </a:pPr>
            <a:r>
              <a:rPr lang="en-US" sz="1600" b="1" dirty="0" smtClean="0">
                <a:effectLst/>
              </a:rPr>
              <a:t>1) Local UI (Express Frontend)</a:t>
            </a:r>
            <a:endParaRPr lang="en-US" sz="1600" dirty="0" smtClean="0">
              <a:effectLst/>
            </a:endParaRPr>
          </a:p>
          <a:p>
            <a:pPr marL="0" indent="0">
              <a:buNone/>
            </a:pPr>
            <a:r>
              <a:rPr lang="en-US" sz="1600" i="1" dirty="0" smtClean="0">
                <a:effectLst/>
              </a:rPr>
              <a:t>“Live dashboard served by Express. Shows current status payload (environment, timestamp, Dr. Ahmad) fetched from </a:t>
            </a:r>
            <a:r>
              <a:rPr lang="en-US" sz="1600" i="1" dirty="0" smtClean="0"/>
              <a:t>/status</a:t>
            </a:r>
            <a:r>
              <a:rPr lang="en-US" sz="1600" i="1" dirty="0" smtClean="0">
                <a:effectLst/>
              </a:rPr>
              <a:t> and </a:t>
            </a:r>
            <a:r>
              <a:rPr lang="en-US" sz="1600" i="1" dirty="0" smtClean="0"/>
              <a:t>/</a:t>
            </a:r>
            <a:r>
              <a:rPr lang="en-US" sz="1600" i="1" dirty="0" err="1" smtClean="0"/>
              <a:t>api</a:t>
            </a:r>
            <a:r>
              <a:rPr lang="en-US" sz="1600" i="1" dirty="0" smtClean="0"/>
              <a:t>/info</a:t>
            </a:r>
            <a:r>
              <a:rPr lang="en-US" sz="1600" i="1" dirty="0" smtClean="0">
                <a:effectLst/>
              </a:rPr>
              <a:t>.”</a:t>
            </a:r>
          </a:p>
          <a:p>
            <a:pPr marL="0" indent="0">
              <a:buNone/>
            </a:pPr>
            <a:r>
              <a:rPr lang="en-US" sz="1600" b="1" dirty="0" smtClean="0">
                <a:effectLst/>
              </a:rPr>
              <a:t>2) Local API JSON</a:t>
            </a:r>
            <a:endParaRPr lang="en-US" sz="1600" dirty="0" smtClean="0">
              <a:effectLst/>
            </a:endParaRPr>
          </a:p>
          <a:p>
            <a:pPr marL="0" indent="0">
              <a:buNone/>
            </a:pPr>
            <a:r>
              <a:rPr lang="en-US" sz="1600" i="1" dirty="0" smtClean="0">
                <a:effectLst/>
              </a:rPr>
              <a:t>“Raw JSON response from </a:t>
            </a:r>
            <a:r>
              <a:rPr lang="en-US" sz="1600" i="1" dirty="0" smtClean="0"/>
              <a:t>/status</a:t>
            </a:r>
            <a:r>
              <a:rPr lang="en-US" sz="1600" i="1" dirty="0" smtClean="0">
                <a:effectLst/>
              </a:rPr>
              <a:t>. Evidence that backend is running locally and returns the same data consumed by the UI.”</a:t>
            </a:r>
          </a:p>
          <a:p>
            <a:pPr marL="0" indent="0">
              <a:buNone/>
            </a:pPr>
            <a:r>
              <a:rPr lang="en-US" sz="1600" b="1" dirty="0" smtClean="0"/>
              <a:t>3) </a:t>
            </a:r>
            <a:r>
              <a:rPr lang="en-US" sz="1600" b="1" dirty="0" smtClean="0">
                <a:effectLst/>
              </a:rPr>
              <a:t>GitHub Repository Overview</a:t>
            </a:r>
            <a:endParaRPr lang="en-US" sz="1600" dirty="0" smtClean="0">
              <a:effectLst/>
            </a:endParaRPr>
          </a:p>
          <a:p>
            <a:pPr marL="0" indent="0">
              <a:buNone/>
            </a:pPr>
            <a:r>
              <a:rPr lang="en-US" sz="1600" i="1" dirty="0" smtClean="0">
                <a:effectLst/>
              </a:rPr>
              <a:t>“Repository structure with source code, workflows, docs, and presentation. Everything stored publicly for review.”</a:t>
            </a:r>
          </a:p>
          <a:p>
            <a:pPr marL="0" indent="0">
              <a:buNone/>
            </a:pPr>
            <a:r>
              <a:rPr lang="en-US" sz="1600" b="1" i="1" dirty="0" smtClean="0"/>
              <a:t>4) </a:t>
            </a:r>
            <a:r>
              <a:rPr lang="en-US" sz="1600" b="1" dirty="0" smtClean="0">
                <a:effectLst/>
              </a:rPr>
              <a:t>GitHub Actions – CI Run</a:t>
            </a:r>
            <a:endParaRPr lang="en-US" sz="1600" dirty="0" smtClean="0">
              <a:effectLst/>
            </a:endParaRPr>
          </a:p>
          <a:p>
            <a:pPr marL="0" indent="0">
              <a:buNone/>
            </a:pPr>
            <a:r>
              <a:rPr lang="en-US" sz="1600" i="1" dirty="0" smtClean="0">
                <a:effectLst/>
              </a:rPr>
              <a:t>“Workflow </a:t>
            </a:r>
            <a:r>
              <a:rPr lang="en-US" sz="1600" i="1" dirty="0" smtClean="0"/>
              <a:t>CI</a:t>
            </a:r>
            <a:r>
              <a:rPr lang="en-US" sz="1600" i="1" dirty="0" smtClean="0">
                <a:effectLst/>
              </a:rPr>
              <a:t> triggered on push. Steps: checkout → Node setup → </a:t>
            </a:r>
            <a:r>
              <a:rPr lang="en-US" sz="1600" i="1" dirty="0" err="1" smtClean="0">
                <a:effectLst/>
              </a:rPr>
              <a:t>npm</a:t>
            </a:r>
            <a:r>
              <a:rPr lang="en-US" sz="1600" i="1" dirty="0" smtClean="0">
                <a:effectLst/>
              </a:rPr>
              <a:t> ci → lint → tests. Run succeeded (green badge).”</a:t>
            </a:r>
          </a:p>
          <a:p>
            <a:pPr marL="0" indent="0">
              <a:buNone/>
            </a:pPr>
            <a:r>
              <a:rPr lang="en-US" sz="1600" b="1" i="1" dirty="0" smtClean="0"/>
              <a:t>5) </a:t>
            </a:r>
            <a:r>
              <a:rPr lang="en-US" sz="1600" b="1" dirty="0" smtClean="0">
                <a:effectLst/>
              </a:rPr>
              <a:t>GitHub Pages Site</a:t>
            </a:r>
            <a:endParaRPr lang="en-US" sz="1600" dirty="0" smtClean="0">
              <a:effectLst/>
            </a:endParaRPr>
          </a:p>
          <a:p>
            <a:pPr marL="0" indent="0">
              <a:buNone/>
            </a:pPr>
            <a:r>
              <a:rPr lang="en-US" sz="1600" i="1" dirty="0" smtClean="0">
                <a:effectLst/>
              </a:rPr>
              <a:t>“Documentation site published from </a:t>
            </a:r>
            <a:r>
              <a:rPr lang="en-US" sz="1600" i="1" dirty="0" smtClean="0"/>
              <a:t>docs/</a:t>
            </a:r>
            <a:r>
              <a:rPr lang="en-US" sz="1600" i="1" dirty="0" smtClean="0">
                <a:effectLst/>
              </a:rPr>
              <a:t>. Explains the project, CI/CD pipeline, and provides download links.”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401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7925" y="-866775"/>
            <a:ext cx="17087850" cy="8591550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838200" y="-29897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bg1"/>
                </a:solidFill>
              </a:rPr>
              <a:t>Localhost:8000/ everything is good. 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72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98870"/>
            <a:ext cx="10515600" cy="1325563"/>
          </a:xfrm>
        </p:spPr>
        <p:txBody>
          <a:bodyPr/>
          <a:lstStyle/>
          <a:p>
            <a:r>
              <a:rPr lang="en-US" dirty="0" smtClean="0"/>
              <a:t>Localhost:8000/status everything is good. 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10236"/>
            <a:ext cx="12192000" cy="435133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84175"/>
            <a:ext cx="12192000" cy="47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188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Next screenshot is </a:t>
            </a:r>
            <a:r>
              <a:rPr lang="en-US" b="1" dirty="0" smtClean="0">
                <a:hlinkClick r:id="rId2"/>
              </a:rPr>
              <a:t>Cloud CI/CD Showcase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github.io page.</a:t>
            </a:r>
          </a:p>
          <a:p>
            <a:r>
              <a:rPr lang="en-US" dirty="0" smtClean="0"/>
              <a:t>Please scroll to up\down to see all.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631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asd</a:t>
            </a:r>
            <a:endParaRPr lang="ru-RU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47925" y="-3652838"/>
            <a:ext cx="17087850" cy="141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312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Next screenshot is </a:t>
            </a:r>
            <a:r>
              <a:rPr lang="en-US" dirty="0" err="1" smtClean="0">
                <a:hlinkClick r:id="rId2"/>
              </a:rPr>
              <a:t>NPaugust</a:t>
            </a:r>
            <a:r>
              <a:rPr lang="en-US" dirty="0" smtClean="0">
                <a:hlinkClick r:id="rId2"/>
              </a:rPr>
              <a:t>/cloud-ci-showcase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 repository in </a:t>
            </a:r>
            <a:r>
              <a:rPr lang="en-US" dirty="0" err="1" smtClean="0"/>
              <a:t>Github</a:t>
            </a:r>
            <a:r>
              <a:rPr lang="en-US" dirty="0" smtClean="0"/>
              <a:t>.</a:t>
            </a:r>
          </a:p>
          <a:p>
            <a:r>
              <a:rPr lang="en-US" dirty="0" smtClean="0"/>
              <a:t>Please scroll to up\down to see all.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450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47925" y="-7177088"/>
            <a:ext cx="17087850" cy="2121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13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997825" y="2074400"/>
            <a:ext cx="10515600" cy="1325563"/>
          </a:xfrm>
        </p:spPr>
        <p:txBody>
          <a:bodyPr/>
          <a:lstStyle/>
          <a:p>
            <a:r>
              <a:rPr lang="en-US" b="1" dirty="0" smtClean="0"/>
              <a:t>Tests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7345"/>
            <a:ext cx="12192000" cy="108065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60" y="355598"/>
            <a:ext cx="5839640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31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Conclusion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After all, I built a small but complete CI/CD showcase with Express, static docs, and automated tests.</a:t>
            </a:r>
          </a:p>
          <a:p>
            <a:r>
              <a:rPr lang="en-US" dirty="0" err="1" smtClean="0"/>
              <a:t>Github</a:t>
            </a:r>
            <a:r>
              <a:rPr lang="en-US" dirty="0" smtClean="0"/>
              <a:t> Actions keep every commit validated, </a:t>
            </a:r>
            <a:r>
              <a:rPr lang="en-US" dirty="0" err="1" smtClean="0"/>
              <a:t>Github</a:t>
            </a:r>
            <a:r>
              <a:rPr lang="en-US" dirty="0" smtClean="0"/>
              <a:t> Pages exposes project </a:t>
            </a:r>
            <a:r>
              <a:rPr lang="en-US" smtClean="0"/>
              <a:t>story </a:t>
            </a:r>
          </a:p>
          <a:p>
            <a:r>
              <a:rPr lang="en-US" smtClean="0"/>
              <a:t>Every </a:t>
            </a:r>
            <a:r>
              <a:rPr lang="en-US" dirty="0" smtClean="0"/>
              <a:t>documentations exists, for analyzing and learning how to do run my project very easily.</a:t>
            </a:r>
          </a:p>
          <a:p>
            <a:r>
              <a:rPr lang="en-US" dirty="0" smtClean="0"/>
              <a:t>This presentation done by short time but anyway,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Thank you for watching it!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</a:t>
            </a:r>
            <a:r>
              <a:rPr lang="en-US" dirty="0" err="1" smtClean="0"/>
              <a:t>Avgustin</a:t>
            </a:r>
            <a:r>
              <a:rPr lang="en-US" dirty="0" smtClean="0"/>
              <a:t> </a:t>
            </a:r>
            <a:r>
              <a:rPr lang="en-US" dirty="0" err="1" smtClean="0"/>
              <a:t>Chynarbekov</a:t>
            </a:r>
            <a:endParaRPr lang="en-US" dirty="0" smtClean="0"/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18415"/>
            <a:ext cx="12192000" cy="83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288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164</Words>
  <Application>Microsoft Office PowerPoint</Application>
  <PresentationFormat>Широкоэкранный</PresentationFormat>
  <Paragraphs>66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Cloud Computing</vt:lpstr>
      <vt:lpstr>Goal &amp; Motivation</vt:lpstr>
      <vt:lpstr>Architecture Overview</vt:lpstr>
      <vt:lpstr>Implementation Details</vt:lpstr>
      <vt:lpstr>CI Pipeline (GitHub Actions)</vt:lpstr>
      <vt:lpstr>CD &amp; Demo Assets</vt:lpstr>
      <vt:lpstr>Lessons Learned &amp; Next Steps</vt:lpstr>
      <vt:lpstr>Screenshot’s time!</vt:lpstr>
      <vt:lpstr>Презентация PowerPoint</vt:lpstr>
      <vt:lpstr>Localhost:8000/status everything is good. </vt:lpstr>
      <vt:lpstr>Next screenshot is Cloud CI/CD Showcase</vt:lpstr>
      <vt:lpstr>asd</vt:lpstr>
      <vt:lpstr>Next screenshot is NPaugust/cloud-ci-showcase</vt:lpstr>
      <vt:lpstr>Презентация PowerPoint</vt:lpstr>
      <vt:lpstr>Tests</vt:lpstr>
      <vt:lpstr>Conclusion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Пользователь</dc:creator>
  <cp:lastModifiedBy>Пользователь</cp:lastModifiedBy>
  <cp:revision>6</cp:revision>
  <dcterms:created xsi:type="dcterms:W3CDTF">2025-11-26T11:02:57Z</dcterms:created>
  <dcterms:modified xsi:type="dcterms:W3CDTF">2025-11-26T11:35:03Z</dcterms:modified>
</cp:coreProperties>
</file>