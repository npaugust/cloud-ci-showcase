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652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7711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991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516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259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099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90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413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1476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43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897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44D16-D60B-49AB-B9A6-878FFAEB8FD6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5F8BB4-8AC9-4539-A4C1-116884346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0205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Cloud Computin</a:t>
            </a:r>
            <a:r>
              <a:rPr lang="en-US" b="1" dirty="0"/>
              <a:t>g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CI / CD of project</a:t>
            </a:r>
          </a:p>
          <a:p>
            <a:r>
              <a:rPr lang="en-US" dirty="0" smtClean="0"/>
              <a:t>By </a:t>
            </a:r>
            <a:r>
              <a:rPr lang="en-US" dirty="0" err="1" smtClean="0"/>
              <a:t>Avgustin</a:t>
            </a:r>
            <a:r>
              <a:rPr lang="en-US" dirty="0" smtClean="0"/>
              <a:t> </a:t>
            </a:r>
            <a:r>
              <a:rPr lang="en-US" dirty="0" err="1" smtClean="0"/>
              <a:t>Chynarbekov</a:t>
            </a:r>
            <a:r>
              <a:rPr lang="en-US" dirty="0" smtClean="0"/>
              <a:t>  | </a:t>
            </a:r>
            <a:r>
              <a:rPr lang="en-US" dirty="0" err="1" smtClean="0"/>
              <a:t>Dr.Ahmad</a:t>
            </a:r>
            <a:endParaRPr lang="en-US" dirty="0" smtClean="0"/>
          </a:p>
          <a:p>
            <a:r>
              <a:rPr lang="en-US" dirty="0" smtClean="0"/>
              <a:t>For Midterm project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01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Goal &amp; Motivation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smtClean="0"/>
              <a:t>Demonstrate</a:t>
            </a:r>
            <a:r>
              <a:rPr lang="en-US" i="1" dirty="0"/>
              <a:t> a complete CI/CD pipeline on a manageable project.</a:t>
            </a:r>
            <a:endParaRPr lang="en-US" dirty="0"/>
          </a:p>
          <a:p>
            <a:r>
              <a:rPr lang="en-US" i="1" dirty="0" smtClean="0"/>
              <a:t>Provide </a:t>
            </a:r>
            <a:r>
              <a:rPr lang="en-US" i="1" dirty="0"/>
              <a:t>a repeatable process for testing, packaging, and sharing code.</a:t>
            </a:r>
            <a:endParaRPr lang="en-US" dirty="0"/>
          </a:p>
          <a:p>
            <a:r>
              <a:rPr lang="en-US" i="1" dirty="0" smtClean="0"/>
              <a:t>Deliver </a:t>
            </a:r>
            <a:r>
              <a:rPr lang="en-US" i="1" dirty="0"/>
              <a:t>assets that are easy for Dr. Ahmad to review (web UI, API, documentation).</a:t>
            </a:r>
            <a:endParaRPr lang="en-US" dirty="0"/>
          </a:p>
          <a:p>
            <a:r>
              <a:rPr lang="en-US" i="1" dirty="0" smtClean="0"/>
              <a:t>Show</a:t>
            </a:r>
            <a:r>
              <a:rPr lang="en-US" i="1" dirty="0"/>
              <a:t> why automation reduces risk vs. manual deployments</a:t>
            </a:r>
            <a:r>
              <a:rPr lang="en-US" i="1" dirty="0" smtClean="0"/>
              <a:t>.</a:t>
            </a:r>
            <a:endParaRPr lang="ru-RU" i="1" dirty="0" smtClean="0"/>
          </a:p>
          <a:p>
            <a:r>
              <a:rPr lang="en-US" i="1" dirty="0" smtClean="0"/>
              <a:t>Photo</a:t>
            </a:r>
            <a:r>
              <a:rPr lang="en-US" i="1" dirty="0"/>
              <a:t>s</a:t>
            </a:r>
            <a:r>
              <a:rPr lang="en-US" i="1" dirty="0" smtClean="0"/>
              <a:t> of the project will be on the last slides.</a:t>
            </a:r>
            <a:endParaRPr lang="en-US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14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Architecture Overview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Stack: Node.js with Express backend, vanilla HTML/CSS frontend, Jest with </a:t>
            </a:r>
            <a:r>
              <a:rPr lang="en-US" dirty="0" err="1" smtClean="0">
                <a:effectLst/>
              </a:rPr>
              <a:t>Supertest</a:t>
            </a:r>
            <a:r>
              <a:rPr lang="en-US" dirty="0" smtClean="0">
                <a:effectLst/>
              </a:rPr>
              <a:t>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Endpoints: </a:t>
            </a:r>
            <a:r>
              <a:rPr lang="en-US" dirty="0"/>
              <a:t>/</a:t>
            </a:r>
            <a:r>
              <a:rPr lang="en-US" dirty="0" smtClean="0">
                <a:effectLst/>
              </a:rPr>
              <a:t> for UI,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for live status JSON,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 for course-specific message.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Static documentation hosted from </a:t>
            </a:r>
            <a:r>
              <a:rPr lang="en-US" dirty="0"/>
              <a:t>docs/</a:t>
            </a:r>
            <a:r>
              <a:rPr lang="en-US" dirty="0" smtClean="0">
                <a:effectLst/>
              </a:rPr>
              <a:t> through GitHub Pages.</a:t>
            </a:r>
            <a:endParaRPr lang="ru-RU" dirty="0" smtClean="0">
              <a:effectLst/>
            </a:endParaRPr>
          </a:p>
          <a:p>
            <a:r>
              <a:rPr lang="en-US" dirty="0" smtClean="0">
                <a:effectLst/>
              </a:rPr>
              <a:t>CI implemented with GitHub Actions running lint and </a:t>
            </a:r>
            <a:r>
              <a:rPr lang="en-US" dirty="0" err="1" smtClean="0">
                <a:effectLst/>
              </a:rPr>
              <a:t>tests.Visual</a:t>
            </a:r>
            <a:r>
              <a:rPr lang="en-US" dirty="0" smtClean="0">
                <a:effectLst/>
              </a:rPr>
              <a:t> flow: Developer → GitHub repo → Actions → Pages plus API consumers.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990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Implementation Details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Express serves JSON endpoints and static assets from </a:t>
            </a:r>
            <a:r>
              <a:rPr lang="en-US" dirty="0"/>
              <a:t>public</a:t>
            </a:r>
            <a:r>
              <a:rPr lang="en-US" dirty="0" smtClean="0"/>
              <a:t>/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Status payload includes professor name, environment, timestamp, CI hint.</a:t>
            </a:r>
          </a:p>
          <a:p>
            <a:r>
              <a:rPr lang="en-US" dirty="0" smtClean="0">
                <a:effectLst/>
              </a:rPr>
              <a:t>Frontend fetches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and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 to display live data on the page.</a:t>
            </a:r>
          </a:p>
          <a:p>
            <a:r>
              <a:rPr lang="en-US" dirty="0" smtClean="0">
                <a:effectLst/>
              </a:rPr>
              <a:t>Tests cover </a:t>
            </a:r>
            <a:r>
              <a:rPr lang="en-US" dirty="0"/>
              <a:t>/</a:t>
            </a:r>
            <a:r>
              <a:rPr lang="en-US" dirty="0" err="1"/>
              <a:t>api</a:t>
            </a:r>
            <a:r>
              <a:rPr lang="en-US" dirty="0"/>
              <a:t>/info</a:t>
            </a:r>
            <a:r>
              <a:rPr lang="en-US" dirty="0" smtClean="0">
                <a:effectLst/>
              </a:rPr>
              <a:t>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, </a:t>
            </a:r>
            <a:r>
              <a:rPr lang="en-US" dirty="0"/>
              <a:t>/health</a:t>
            </a:r>
            <a:r>
              <a:rPr lang="en-US" dirty="0" smtClean="0">
                <a:effectLst/>
              </a:rPr>
              <a:t> to ensure reliability.</a:t>
            </a:r>
          </a:p>
          <a:p>
            <a:r>
              <a:rPr lang="en-US" dirty="0" smtClean="0">
                <a:effectLst/>
              </a:rPr>
              <a:t>Code quality verified using </a:t>
            </a:r>
            <a:r>
              <a:rPr lang="en-US" dirty="0" err="1" smtClean="0">
                <a:effectLst/>
              </a:rPr>
              <a:t>ESLint</a:t>
            </a:r>
            <a:r>
              <a:rPr lang="en-US" dirty="0" smtClean="0">
                <a:effectLst/>
              </a:rPr>
              <a:t> and Prettier.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433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CI Pipeline (GitHub Actions)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Workflow </a:t>
            </a:r>
            <a:r>
              <a:rPr lang="en-US" dirty="0" err="1"/>
              <a:t>ci.yml</a:t>
            </a:r>
            <a:r>
              <a:rPr lang="en-US" dirty="0" smtClean="0">
                <a:effectLst/>
              </a:rPr>
              <a:t> triggers on every push or pull request to </a:t>
            </a:r>
            <a:r>
              <a:rPr lang="en-US" dirty="0"/>
              <a:t>main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Steps: checkout code, configure Node 20, run </a:t>
            </a:r>
            <a:r>
              <a:rPr lang="en-US" dirty="0" err="1"/>
              <a:t>npm</a:t>
            </a:r>
            <a:r>
              <a:rPr lang="en-US" dirty="0"/>
              <a:t> ci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 run lint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 test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Pipeline fails fast if lint or tests fail; badge embedded in README and Docs shows status.</a:t>
            </a:r>
          </a:p>
          <a:p>
            <a:r>
              <a:rPr lang="en-US" dirty="0" smtClean="0">
                <a:effectLst/>
              </a:rPr>
              <a:t>Screenshot idea: Actions run with green check marks.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861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CD &amp; Demo Assets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GitHub Pages publishes </a:t>
            </a:r>
            <a:r>
              <a:rPr lang="en-US" dirty="0"/>
              <a:t>docs/</a:t>
            </a:r>
            <a:r>
              <a:rPr lang="en-US" dirty="0" smtClean="0">
                <a:effectLst/>
              </a:rPr>
              <a:t> with project overview and future download links.</a:t>
            </a:r>
          </a:p>
          <a:p>
            <a:r>
              <a:rPr lang="en-US" dirty="0" smtClean="0">
                <a:effectLst/>
              </a:rPr>
              <a:t>Express serves the local demo UI at </a:t>
            </a:r>
            <a:r>
              <a:rPr lang="en-US" dirty="0"/>
              <a:t>http://localhost:8080</a:t>
            </a:r>
            <a:r>
              <a:rPr lang="en-US" dirty="0" smtClean="0">
                <a:effectLst/>
              </a:rPr>
              <a:t>.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JSON output proves live backend data (includes “Professor: Dr. Ahmad”).</a:t>
            </a:r>
          </a:p>
          <a:p>
            <a:r>
              <a:rPr lang="en-US" dirty="0" smtClean="0">
                <a:effectLst/>
              </a:rPr>
              <a:t>Reproduction instructions: clone repo, </a:t>
            </a:r>
            <a:r>
              <a:rPr lang="en-US" dirty="0" err="1"/>
              <a:t>npm</a:t>
            </a:r>
            <a:r>
              <a:rPr lang="en-US" dirty="0"/>
              <a:t> install</a:t>
            </a:r>
            <a:r>
              <a:rPr lang="en-US" dirty="0" smtClean="0">
                <a:effectLst/>
              </a:rPr>
              <a:t>, </a:t>
            </a:r>
            <a:r>
              <a:rPr lang="en-US" dirty="0" err="1"/>
              <a:t>npm</a:t>
            </a:r>
            <a:r>
              <a:rPr lang="en-US" dirty="0"/>
              <a:t> run dev</a:t>
            </a:r>
            <a:r>
              <a:rPr lang="en-US" dirty="0" smtClean="0">
                <a:effectLst/>
              </a:rPr>
              <a:t>.</a:t>
            </a:r>
          </a:p>
          <a:p>
            <a:r>
              <a:rPr lang="en-US" dirty="0" smtClean="0">
                <a:effectLst/>
              </a:rPr>
              <a:t>Screenshot idea: Pages site, UI window, </a:t>
            </a:r>
            <a:r>
              <a:rPr lang="en-US" dirty="0"/>
              <a:t>/status</a:t>
            </a:r>
            <a:r>
              <a:rPr lang="en-US" dirty="0" smtClean="0">
                <a:effectLst/>
              </a:rPr>
              <a:t> response.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19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Lessons Learned &amp; Next Steps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effectLst/>
              </a:rPr>
              <a:t>CI/CD keeps the project always ready for review and sharing.</a:t>
            </a:r>
          </a:p>
          <a:p>
            <a:r>
              <a:rPr lang="en-US" dirty="0" smtClean="0">
                <a:effectLst/>
              </a:rPr>
              <a:t>GitHub Pages offers a quick documentation outlet tied to the repo.</a:t>
            </a:r>
          </a:p>
          <a:p>
            <a:r>
              <a:rPr lang="en-US" dirty="0" smtClean="0">
                <a:effectLst/>
              </a:rPr>
              <a:t>Next improvements: containerize API, auto-deploy to a cloud host, add integration tests and security scans.</a:t>
            </a:r>
          </a:p>
          <a:p>
            <a:r>
              <a:rPr lang="en-US" dirty="0" smtClean="0">
                <a:effectLst/>
              </a:rPr>
              <a:t>Plan to attach PDF presentation and packaged release once pipelines run in GitHub.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0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Screenshot’s time!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723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77345"/>
            <a:ext cx="12192000" cy="1080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1883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39</Words>
  <Application>Microsoft Office PowerPoint</Application>
  <PresentationFormat>Широкоэкранный</PresentationFormat>
  <Paragraphs>37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Cloud Computing</vt:lpstr>
      <vt:lpstr>Goal &amp; Motivation</vt:lpstr>
      <vt:lpstr>Architecture Overview</vt:lpstr>
      <vt:lpstr>Implementation Details</vt:lpstr>
      <vt:lpstr>CI Pipeline (GitHub Actions)</vt:lpstr>
      <vt:lpstr>CD &amp; Demo Assets</vt:lpstr>
      <vt:lpstr>Lessons Learned &amp; Next Steps</vt:lpstr>
      <vt:lpstr>Screenshot’s time!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Computing</dc:title>
  <dc:creator>Пользователь</dc:creator>
  <cp:lastModifiedBy>Пользователь</cp:lastModifiedBy>
  <cp:revision>2</cp:revision>
  <dcterms:created xsi:type="dcterms:W3CDTF">2025-11-26T11:02:57Z</dcterms:created>
  <dcterms:modified xsi:type="dcterms:W3CDTF">2025-11-26T11:08:10Z</dcterms:modified>
</cp:coreProperties>
</file>